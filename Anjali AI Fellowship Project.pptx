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BDC38-0F0C-EF0A-5169-FC033B4B9FA1}" v="4" dt="2026-02-19T06:35:51.132"/>
    <p1510:client id="{DDC0B4EE-2D5D-447B-AE11-6BA75CAE74F0}" v="57" dt="2026-02-19T11:04:26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230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2302781" y="4344678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2302779" y="4471625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Anjali Kumari 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57" t="2453" r="27842" b="53701"/>
          <a:stretch>
            <a:fillRect/>
          </a:stretch>
        </p:blipFill>
        <p:spPr>
          <a:xfrm>
            <a:off x="1879018" y="4336133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924234" y="4279537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945013" y="4413410"/>
            <a:ext cx="2272871" cy="48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Anjalikumari.118303@marwadiuniversity.ac.in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59" t="52379" r="26874" b="2349"/>
          <a:stretch>
            <a:fillRect/>
          </a:stretch>
        </p:blipFill>
        <p:spPr>
          <a:xfrm>
            <a:off x="3523298" y="4318413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860459" y="4337076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Umamaheshwari 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6CE2B4C-42F3-6C3D-A2AC-C0C414252A53}"/>
              </a:ext>
            </a:extLst>
          </p:cNvPr>
          <p:cNvSpPr txBox="1"/>
          <p:nvPr/>
        </p:nvSpPr>
        <p:spPr>
          <a:xfrm>
            <a:off x="68461" y="3462539"/>
            <a:ext cx="54471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dirty="0"/>
              <a:t>Hospital Patient Records Cleaning and Health Metrics Dashboard</a:t>
            </a:r>
            <a:endParaRPr lang="en-IN" sz="105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25240" y="1082801"/>
            <a:ext cx="500234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project focuses on cleaning hospital patient records and developing a Health Metrics Dashboard using Excel and Power BI.</a:t>
            </a:r>
          </a:p>
          <a:p>
            <a:r>
              <a:rPr lang="en-US" dirty="0"/>
              <a:t>Hospitals generate large amounts of data which are often inconsistent, duplicated, and incomplete. This project applies data cleaning techniques to make the data reliable and suitable for analysis.</a:t>
            </a:r>
          </a:p>
          <a:p>
            <a:r>
              <a:rPr lang="en-US" dirty="0"/>
              <a:t>After preprocessing, key metrics such as total number of patients, average length of stay, department-wise distribution, and treatment success rate were calculated.</a:t>
            </a:r>
          </a:p>
          <a:p>
            <a:r>
              <a:rPr lang="en-US" dirty="0"/>
              <a:t>An interactive dashboard was created to visualize these metrics and support better decision-making in healthcare management.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40" y="1082801"/>
            <a:ext cx="476291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Hospitals generate large volumes of patient data, but this data is often unstructured and contains errors such as missing values, duplicate records, and inconsistent formats.</a:t>
            </a:r>
          </a:p>
          <a:p>
            <a:r>
              <a:rPr lang="en-US" dirty="0"/>
              <a:t>Due to poor data quality, it becomes difficult for hospital administrators to analyze patient trends, monitor performance, and make informed decisions.</a:t>
            </a:r>
          </a:p>
          <a:p>
            <a:r>
              <a:rPr lang="en-US" dirty="0"/>
              <a:t>There is a need for an effective system that can clean and transform raw hospital data into meaningful insights.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441615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/>
              <a:t>The proposed solution involves cleaning and analyzing hospital patient data using Excel and Power BI.</a:t>
            </a:r>
          </a:p>
          <a:p>
            <a:r>
              <a:rPr lang="en-US" dirty="0"/>
              <a:t>Data preprocessing techniques such as removing duplicates, handling missing values, and standardizing formats are applied.</a:t>
            </a:r>
          </a:p>
          <a:p>
            <a:r>
              <a:rPr lang="en-US" dirty="0"/>
              <a:t>After cleaning, key performance indicators are calculated and visualized through an interactive dashboard.</a:t>
            </a:r>
          </a:p>
          <a:p>
            <a:r>
              <a:rPr lang="en-US" dirty="0"/>
              <a:t>AI tools such as ChatGPT and Microsoft Copilot are used to assist in analysis and documentation.</a:t>
            </a:r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Hospital dataset (Excel/CSV) containing patient details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Data cleaning, preprocessing, and analysis using Excel and Power BI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Use of ChatGPT and Copilot for insights and documentation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670248" y="3353904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Interactive Power BI dashboard showing KPIs and trends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9184" y="2329758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1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/>
              <a:t>Shows data cleaning process including removal of duplicates and handling missing values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2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/>
              <a:t>Displays calculation of key metrics such as total patients and average stay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3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/>
              <a:t>Shows Power BI dashboard with charts like bar graph, pie chart, and line graph</a:t>
            </a:r>
          </a:p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[https://your-project-demo-link.com]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/>
              <a:t>This project successfully demonstrates how data cleaning and visualization can improve healthcare management.</a:t>
            </a:r>
          </a:p>
          <a:p>
            <a:r>
              <a:rPr lang="en-US" dirty="0"/>
              <a:t>The dashboard provides clear insights into patient data, helping hospital administrators make better decisions.</a:t>
            </a:r>
          </a:p>
          <a:p>
            <a:r>
              <a:rPr lang="en-US" dirty="0"/>
              <a:t>Overall, the project highlights the importance of data analytics in improving operational efficiency in healthcare.</a:t>
            </a:r>
          </a:p>
          <a:p>
            <a:pPr marL="0" indent="0">
              <a:buNone/>
            </a:pPr>
            <a:endParaRPr lang="en-US" b="1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23BB38D9-9AEC-A88B-BF28-6D37EC1DE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982" y="1145374"/>
            <a:ext cx="442765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Addition of more healthcare metrics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real-time hospital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of machine learning for prediction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A9C5A8-15EB-FD8E-4CE9-A7A045802775}"/>
              </a:ext>
            </a:extLst>
          </p:cNvPr>
          <p:cNvSpPr txBox="1"/>
          <p:nvPr/>
        </p:nvSpPr>
        <p:spPr>
          <a:xfrm>
            <a:off x="203982" y="1153551"/>
            <a:ext cx="66399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of web or mobile dashboard 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535</Words>
  <Application>Microsoft Office PowerPoint</Application>
  <PresentationFormat>On-screen Show (16:9)</PresentationFormat>
  <Paragraphs>77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anjali roy</cp:lastModifiedBy>
  <cp:revision>34</cp:revision>
  <dcterms:created xsi:type="dcterms:W3CDTF">2026-02-18T09:17:23Z</dcterms:created>
  <dcterms:modified xsi:type="dcterms:W3CDTF">2026-04-17T11:19:42Z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